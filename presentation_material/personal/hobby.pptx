
<file path=[Content_Types].xml><?xml version="1.0" encoding="utf-8"?>
<Types xmlns="http://schemas.openxmlformats.org/package/2006/content-types">
  <Default Extension="gif" ContentType="image/gi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65" r:id="rId2"/>
    <p:sldId id="266" r:id="rId3"/>
    <p:sldId id="267" r:id="rId4"/>
    <p:sldId id="268" r:id="rId5"/>
    <p:sldId id="269" r:id="rId6"/>
    <p:sldId id="270" r:id="rId7"/>
    <p:sldId id="27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77982" autoAdjust="0"/>
  </p:normalViewPr>
  <p:slideViewPr>
    <p:cSldViewPr snapToGrid="0">
      <p:cViewPr>
        <p:scale>
          <a:sx n="50" d="100"/>
          <a:sy n="50" d="100"/>
        </p:scale>
        <p:origin x="1416"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C5332A-9EAC-4615-9A32-7772E2B630C9}" type="datetimeFigureOut">
              <a:rPr lang="en-US" smtClean="0"/>
              <a:t>8/14/2024</a:t>
            </a:fld>
            <a:endParaRPr 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B572AC-684D-4A32-8CF6-3D04EDB07F2D}" type="slidenum">
              <a:rPr lang="en-US" smtClean="0"/>
              <a:t>‹#›</a:t>
            </a:fld>
            <a:endParaRPr lang="en-US"/>
          </a:p>
        </p:txBody>
      </p:sp>
    </p:spTree>
    <p:extLst>
      <p:ext uri="{BB962C8B-B14F-4D97-AF65-F5344CB8AC3E}">
        <p14:creationId xmlns:p14="http://schemas.microsoft.com/office/powerpoint/2010/main" val="20411410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f1a8aa1229_0_2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f1a8aa1229_0_2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dirty="0">
                <a:solidFill>
                  <a:schemeClr val="dk1"/>
                </a:solidFill>
              </a:rPr>
              <a:t>Good afternoon, everyone. My name is [Your Name], and today I'd like to share with you a hobby that has brought me a lot of joy and fulfillment: gardening. Over the next few minutes, I'll take you through my journey into the world of plants, flowers, and all things green.</a:t>
            </a:r>
            <a:endParaRPr b="1" dirty="0">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f1a8aa1229_0_2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f1a8aa1229_0_2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dirty="0">
                <a:solidFill>
                  <a:schemeClr val="dk1"/>
                </a:solidFill>
              </a:rPr>
              <a:t>My gardening journey started a few years ago when I was inspired by dad. My first experience was with a small indoor plant, and from there, my interest grew. Like any new hobby, I faced some challenges, such as overwatering plants and choosing the wrong soil, but these early lessons were crucial in shaping my gardening skills."</a:t>
            </a:r>
            <a:endParaRPr dirty="0">
              <a:solidFill>
                <a:schemeClr val="dk1"/>
              </a:solidFill>
            </a:endParaRPr>
          </a:p>
          <a:p>
            <a:pPr marL="0" lvl="0" indent="0" algn="l" rtl="0">
              <a:spcBef>
                <a:spcPts val="1200"/>
              </a:spcBef>
              <a:spcAft>
                <a:spcPts val="0"/>
              </a:spcAft>
              <a:buNone/>
            </a:pPr>
            <a:endParaRPr b="1" dirty="0">
              <a:solidFill>
                <a:schemeClr val="dk1"/>
              </a:solidFill>
            </a:endParaRPr>
          </a:p>
          <a:p>
            <a:pPr marL="0" lvl="0" indent="0" algn="l" rtl="0">
              <a:lnSpc>
                <a:spcPct val="115000"/>
              </a:lnSpc>
              <a:spcBef>
                <a:spcPts val="1200"/>
              </a:spcBef>
              <a:spcAft>
                <a:spcPts val="1200"/>
              </a:spcAft>
              <a:buNone/>
            </a:pPr>
            <a:endParaRPr b="1" dirty="0">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2f1a8aa1229_0_2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2f1a8aa1229_0_2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dirty="0">
                <a:solidFill>
                  <a:schemeClr val="dk1"/>
                </a:solidFill>
              </a:rPr>
              <a:t>In my garden, I grow a variety of plants, including vegetables like tomatoes and peppers, herbs such as basil and mint, and flowers like marigolds and roses. I enjoy experimenting with seasonal plants, adjusting my garden to reflect the changes in weather. My favorite plant has to be [favorite plant], because [reason]. It brings a special charm to my garden.</a:t>
            </a:r>
            <a:endParaRPr dirty="0">
              <a:solidFill>
                <a:schemeClr val="dk1"/>
              </a:solidFill>
            </a:endParaRPr>
          </a:p>
          <a:p>
            <a:pPr marL="0" lvl="0" indent="0" algn="l" rtl="0">
              <a:spcBef>
                <a:spcPts val="120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f1a8aa1229_0_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f1a8aa1229_0_2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dirty="0">
                <a:solidFill>
                  <a:schemeClr val="dk1"/>
                </a:solidFill>
              </a:rPr>
              <a:t>Gardening is more than just a hobby; it offers a range of benefits. Physically, it keeps me active, while mentally, it provides a calming and therapeutic effect. There's something deeply rewarding about connecting with nature, watching your plants grow, and knowing that your garden supports local wildlife like bees and butterflies.</a:t>
            </a:r>
            <a:endParaRPr dirty="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2f1a8aa1229_0_2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2f1a8aa1229_0_2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dirty="0">
                <a:solidFill>
                  <a:schemeClr val="dk1"/>
                </a:solidFill>
              </a:rPr>
              <a:t>Of course, gardening comes with its challenges. Pests can be a major problem, and unpredictable weather can disrupt even the best-laid plans. I've had to learn how to deal with these issues, whether it's through natural pest control methods or time management to ensure I can water and care for my plants properly. Each challenge has taught me something new and improved my gardening techniques.</a:t>
            </a:r>
            <a:endParaRPr dirty="0">
              <a:solidFill>
                <a:schemeClr val="dk1"/>
              </a:solidFill>
            </a:endParaRPr>
          </a:p>
          <a:p>
            <a:pPr marL="0" lvl="0" indent="0" algn="l" rtl="0">
              <a:spcBef>
                <a:spcPts val="120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f1a8aa1229_0_2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2f1a8aa1229_0_2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dirty="0">
                <a:solidFill>
                  <a:schemeClr val="dk1"/>
                </a:solidFill>
              </a:rPr>
              <a:t>One of the most rewarding aspects of gardening is those memorable moments that make all the hard work worthwhile. Harvesting my first bouquet of flower was an unforgettable experience. Watching flowers bloom, especially those that took months of care, brings a unique sense of accomplishment. I also enjoy sharing my produce with family and friends, which adds a social dimension to this hobby.</a:t>
            </a:r>
            <a:endParaRPr dirty="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2f1a8aa1229_0_3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2f1a8aa1229_0_3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dirty="0">
                <a:solidFill>
                  <a:schemeClr val="dk1"/>
                </a:solidFill>
              </a:rPr>
              <a:t>In conclusion, gardening has become a significant part of my life, offering endless opportunities for growth and learning. Looking ahead, I plan to expand my garden, possibly trying my hand at growing more exotic plants or experimenting with new gardening techniques like vertical gardening. I encourage anyone who hasn't tried it to give gardening a chance—it's a fulfilling hobby that connects you with nature and provides a wonderful sense of achievement. Thank you for listening, and I hope I've inspired you to explore the world of gardening!"</a:t>
            </a:r>
            <a:endParaRPr dirty="0">
              <a:solidFill>
                <a:schemeClr val="dk1"/>
              </a:solidFill>
            </a:endParaRPr>
          </a:p>
          <a:p>
            <a:pPr marL="0" lvl="0" indent="0" algn="l" rtl="0">
              <a:spcBef>
                <a:spcPts val="120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DCC48DD-66FA-6E67-09A6-E970052C9DCE}"/>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endParaRPr lang="en-US"/>
          </a:p>
        </p:txBody>
      </p:sp>
      <p:sp>
        <p:nvSpPr>
          <p:cNvPr id="3" name="부제목 2">
            <a:extLst>
              <a:ext uri="{FF2B5EF4-FFF2-40B4-BE49-F238E27FC236}">
                <a16:creationId xmlns:a16="http://schemas.microsoft.com/office/drawing/2014/main" id="{AF123AC0-D91F-639D-96B3-8191D8B39F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a:p>
        </p:txBody>
      </p:sp>
      <p:sp>
        <p:nvSpPr>
          <p:cNvPr id="4" name="날짜 개체 틀 3">
            <a:extLst>
              <a:ext uri="{FF2B5EF4-FFF2-40B4-BE49-F238E27FC236}">
                <a16:creationId xmlns:a16="http://schemas.microsoft.com/office/drawing/2014/main" id="{47C0BC1E-C092-0ED4-3695-E47E467F3510}"/>
              </a:ext>
            </a:extLst>
          </p:cNvPr>
          <p:cNvSpPr>
            <a:spLocks noGrp="1"/>
          </p:cNvSpPr>
          <p:nvPr>
            <p:ph type="dt" sz="half" idx="10"/>
          </p:nvPr>
        </p:nvSpPr>
        <p:spPr/>
        <p:txBody>
          <a:bodyPr/>
          <a:lstStyle/>
          <a:p>
            <a:fld id="{68129712-476B-4734-BDCC-1E99EACF807B}" type="datetimeFigureOut">
              <a:rPr lang="en-US" smtClean="0"/>
              <a:t>8/14/2024</a:t>
            </a:fld>
            <a:endParaRPr lang="en-US"/>
          </a:p>
        </p:txBody>
      </p:sp>
      <p:sp>
        <p:nvSpPr>
          <p:cNvPr id="5" name="바닥글 개체 틀 4">
            <a:extLst>
              <a:ext uri="{FF2B5EF4-FFF2-40B4-BE49-F238E27FC236}">
                <a16:creationId xmlns:a16="http://schemas.microsoft.com/office/drawing/2014/main" id="{91E136B9-085E-1DBA-9BCD-31AEC8C04010}"/>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24334290-C6D8-3093-F1C4-3C1A2DEDB9C2}"/>
              </a:ext>
            </a:extLst>
          </p:cNvPr>
          <p:cNvSpPr>
            <a:spLocks noGrp="1"/>
          </p:cNvSpPr>
          <p:nvPr>
            <p:ph type="sldNum" sz="quarter" idx="12"/>
          </p:nvPr>
        </p:nvSpPr>
        <p:spPr/>
        <p:txBody>
          <a:bodyPr/>
          <a:lstStyle/>
          <a:p>
            <a:fld id="{852B813C-2FFE-45A9-8168-69A9108CA0FD}" type="slidenum">
              <a:rPr lang="en-US" smtClean="0"/>
              <a:t>‹#›</a:t>
            </a:fld>
            <a:endParaRPr lang="en-US"/>
          </a:p>
        </p:txBody>
      </p:sp>
    </p:spTree>
    <p:extLst>
      <p:ext uri="{BB962C8B-B14F-4D97-AF65-F5344CB8AC3E}">
        <p14:creationId xmlns:p14="http://schemas.microsoft.com/office/powerpoint/2010/main" val="805696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E469DB-4016-E75E-3B13-C4A4F8E3D6AE}"/>
              </a:ext>
            </a:extLst>
          </p:cNvPr>
          <p:cNvSpPr>
            <a:spLocks noGrp="1"/>
          </p:cNvSpPr>
          <p:nvPr>
            <p:ph type="title"/>
          </p:nvPr>
        </p:nvSpPr>
        <p:spPr/>
        <p:txBody>
          <a:body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BC5DAB81-D5FB-B0B2-AEE2-194439768AF7}"/>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날짜 개체 틀 3">
            <a:extLst>
              <a:ext uri="{FF2B5EF4-FFF2-40B4-BE49-F238E27FC236}">
                <a16:creationId xmlns:a16="http://schemas.microsoft.com/office/drawing/2014/main" id="{1178E14E-D982-313E-433A-4497E64F6300}"/>
              </a:ext>
            </a:extLst>
          </p:cNvPr>
          <p:cNvSpPr>
            <a:spLocks noGrp="1"/>
          </p:cNvSpPr>
          <p:nvPr>
            <p:ph type="dt" sz="half" idx="10"/>
          </p:nvPr>
        </p:nvSpPr>
        <p:spPr/>
        <p:txBody>
          <a:bodyPr/>
          <a:lstStyle/>
          <a:p>
            <a:fld id="{68129712-476B-4734-BDCC-1E99EACF807B}" type="datetimeFigureOut">
              <a:rPr lang="en-US" smtClean="0"/>
              <a:t>8/14/2024</a:t>
            </a:fld>
            <a:endParaRPr lang="en-US"/>
          </a:p>
        </p:txBody>
      </p:sp>
      <p:sp>
        <p:nvSpPr>
          <p:cNvPr id="5" name="바닥글 개체 틀 4">
            <a:extLst>
              <a:ext uri="{FF2B5EF4-FFF2-40B4-BE49-F238E27FC236}">
                <a16:creationId xmlns:a16="http://schemas.microsoft.com/office/drawing/2014/main" id="{2B254735-A5C5-700B-F27A-0A5D5E45D718}"/>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857DE24C-EBBB-C54C-53EE-FDE6455D1AEF}"/>
              </a:ext>
            </a:extLst>
          </p:cNvPr>
          <p:cNvSpPr>
            <a:spLocks noGrp="1"/>
          </p:cNvSpPr>
          <p:nvPr>
            <p:ph type="sldNum" sz="quarter" idx="12"/>
          </p:nvPr>
        </p:nvSpPr>
        <p:spPr/>
        <p:txBody>
          <a:bodyPr/>
          <a:lstStyle/>
          <a:p>
            <a:fld id="{852B813C-2FFE-45A9-8168-69A9108CA0FD}" type="slidenum">
              <a:rPr lang="en-US" smtClean="0"/>
              <a:t>‹#›</a:t>
            </a:fld>
            <a:endParaRPr lang="en-US"/>
          </a:p>
        </p:txBody>
      </p:sp>
    </p:spTree>
    <p:extLst>
      <p:ext uri="{BB962C8B-B14F-4D97-AF65-F5344CB8AC3E}">
        <p14:creationId xmlns:p14="http://schemas.microsoft.com/office/powerpoint/2010/main" val="2533872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1C23415-9F0A-F889-177B-CCF346B4CEFF}"/>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081B6094-B493-3775-B995-2DC47423173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5BB9960E-857C-6BDE-2FFD-59675B096D90}"/>
              </a:ext>
            </a:extLst>
          </p:cNvPr>
          <p:cNvSpPr>
            <a:spLocks noGrp="1"/>
          </p:cNvSpPr>
          <p:nvPr>
            <p:ph type="dt" sz="half" idx="10"/>
          </p:nvPr>
        </p:nvSpPr>
        <p:spPr/>
        <p:txBody>
          <a:bodyPr/>
          <a:lstStyle/>
          <a:p>
            <a:fld id="{68129712-476B-4734-BDCC-1E99EACF807B}" type="datetimeFigureOut">
              <a:rPr lang="en-US" smtClean="0"/>
              <a:t>8/14/2024</a:t>
            </a:fld>
            <a:endParaRPr lang="en-US"/>
          </a:p>
        </p:txBody>
      </p:sp>
      <p:sp>
        <p:nvSpPr>
          <p:cNvPr id="5" name="바닥글 개체 틀 4">
            <a:extLst>
              <a:ext uri="{FF2B5EF4-FFF2-40B4-BE49-F238E27FC236}">
                <a16:creationId xmlns:a16="http://schemas.microsoft.com/office/drawing/2014/main" id="{713D9D4A-DA9E-B4A4-268E-CC9323E9CC6D}"/>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B41F531E-385E-B73B-8353-576D5ED9250B}"/>
              </a:ext>
            </a:extLst>
          </p:cNvPr>
          <p:cNvSpPr>
            <a:spLocks noGrp="1"/>
          </p:cNvSpPr>
          <p:nvPr>
            <p:ph type="sldNum" sz="quarter" idx="12"/>
          </p:nvPr>
        </p:nvSpPr>
        <p:spPr/>
        <p:txBody>
          <a:bodyPr/>
          <a:lstStyle/>
          <a:p>
            <a:fld id="{852B813C-2FFE-45A9-8168-69A9108CA0FD}" type="slidenum">
              <a:rPr lang="en-US" smtClean="0"/>
              <a:t>‹#›</a:t>
            </a:fld>
            <a:endParaRPr lang="en-US"/>
          </a:p>
        </p:txBody>
      </p:sp>
    </p:spTree>
    <p:extLst>
      <p:ext uri="{BB962C8B-B14F-4D97-AF65-F5344CB8AC3E}">
        <p14:creationId xmlns:p14="http://schemas.microsoft.com/office/powerpoint/2010/main" val="2085211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1785DA2-16D5-70B2-5EF9-E5981AD06A2C}"/>
              </a:ext>
            </a:extLst>
          </p:cNvPr>
          <p:cNvSpPr>
            <a:spLocks noGrp="1"/>
          </p:cNvSpPr>
          <p:nvPr>
            <p:ph type="title"/>
          </p:nvPr>
        </p:nvSpPr>
        <p:spPr/>
        <p:txBody>
          <a:body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FDBEA4F2-2369-5CCE-98DE-D09DA7AB97F8}"/>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내용 개체 틀 3">
            <a:extLst>
              <a:ext uri="{FF2B5EF4-FFF2-40B4-BE49-F238E27FC236}">
                <a16:creationId xmlns:a16="http://schemas.microsoft.com/office/drawing/2014/main" id="{F8E6168C-3165-7ACF-C2F0-455A63C6D4EA}"/>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날짜 개체 틀 4">
            <a:extLst>
              <a:ext uri="{FF2B5EF4-FFF2-40B4-BE49-F238E27FC236}">
                <a16:creationId xmlns:a16="http://schemas.microsoft.com/office/drawing/2014/main" id="{58BAFE44-2091-3E31-85C4-C1CBECC52E3D}"/>
              </a:ext>
            </a:extLst>
          </p:cNvPr>
          <p:cNvSpPr>
            <a:spLocks noGrp="1"/>
          </p:cNvSpPr>
          <p:nvPr>
            <p:ph type="dt" sz="half" idx="10"/>
          </p:nvPr>
        </p:nvSpPr>
        <p:spPr/>
        <p:txBody>
          <a:bodyPr/>
          <a:lstStyle/>
          <a:p>
            <a:fld id="{68129712-476B-4734-BDCC-1E99EACF807B}" type="datetimeFigureOut">
              <a:rPr lang="en-US" smtClean="0"/>
              <a:t>8/14/2024</a:t>
            </a:fld>
            <a:endParaRPr lang="en-US"/>
          </a:p>
        </p:txBody>
      </p:sp>
      <p:sp>
        <p:nvSpPr>
          <p:cNvPr id="6" name="바닥글 개체 틀 5">
            <a:extLst>
              <a:ext uri="{FF2B5EF4-FFF2-40B4-BE49-F238E27FC236}">
                <a16:creationId xmlns:a16="http://schemas.microsoft.com/office/drawing/2014/main" id="{94C1BDDA-58B5-A5FD-AC74-B7C9BB47C616}"/>
              </a:ext>
            </a:extLst>
          </p:cNvPr>
          <p:cNvSpPr>
            <a:spLocks noGrp="1"/>
          </p:cNvSpPr>
          <p:nvPr>
            <p:ph type="ftr" sz="quarter" idx="11"/>
          </p:nvPr>
        </p:nvSpPr>
        <p:spPr/>
        <p:txBody>
          <a:bodyPr/>
          <a:lstStyle/>
          <a:p>
            <a:endParaRPr lang="en-US"/>
          </a:p>
        </p:txBody>
      </p:sp>
      <p:sp>
        <p:nvSpPr>
          <p:cNvPr id="7" name="슬라이드 번호 개체 틀 6">
            <a:extLst>
              <a:ext uri="{FF2B5EF4-FFF2-40B4-BE49-F238E27FC236}">
                <a16:creationId xmlns:a16="http://schemas.microsoft.com/office/drawing/2014/main" id="{5EED3802-8B7C-6DB8-4659-90DFEBA6F3EB}"/>
              </a:ext>
            </a:extLst>
          </p:cNvPr>
          <p:cNvSpPr>
            <a:spLocks noGrp="1"/>
          </p:cNvSpPr>
          <p:nvPr>
            <p:ph type="sldNum" sz="quarter" idx="12"/>
          </p:nvPr>
        </p:nvSpPr>
        <p:spPr/>
        <p:txBody>
          <a:bodyPr/>
          <a:lstStyle/>
          <a:p>
            <a:fld id="{852B813C-2FFE-45A9-8168-69A9108CA0FD}" type="slidenum">
              <a:rPr lang="en-US" smtClean="0"/>
              <a:t>‹#›</a:t>
            </a:fld>
            <a:endParaRPr lang="en-US"/>
          </a:p>
        </p:txBody>
      </p:sp>
    </p:spTree>
    <p:extLst>
      <p:ext uri="{BB962C8B-B14F-4D97-AF65-F5344CB8AC3E}">
        <p14:creationId xmlns:p14="http://schemas.microsoft.com/office/powerpoint/2010/main" val="6483089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79C1291-1004-B954-E487-0DC86930EA25}"/>
              </a:ext>
            </a:extLst>
          </p:cNvPr>
          <p:cNvSpPr>
            <a:spLocks noGrp="1"/>
          </p:cNvSpPr>
          <p:nvPr>
            <p:ph type="title"/>
          </p:nvPr>
        </p:nvSpPr>
        <p:spPr>
          <a:xfrm>
            <a:off x="839788" y="365125"/>
            <a:ext cx="10515600" cy="1325563"/>
          </a:xfrm>
        </p:spPr>
        <p:txBody>
          <a:body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565F59CF-3CF2-4763-7022-70A71FCF57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8E551238-862D-7D61-06CF-F5E5B11D9ABA}"/>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텍스트 개체 틀 4">
            <a:extLst>
              <a:ext uri="{FF2B5EF4-FFF2-40B4-BE49-F238E27FC236}">
                <a16:creationId xmlns:a16="http://schemas.microsoft.com/office/drawing/2014/main" id="{2E6D1C4A-80A9-DDA8-02A0-94971AA45D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D8D5598D-B7E7-47E4-4BB0-3E398B71785B}"/>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7" name="날짜 개체 틀 6">
            <a:extLst>
              <a:ext uri="{FF2B5EF4-FFF2-40B4-BE49-F238E27FC236}">
                <a16:creationId xmlns:a16="http://schemas.microsoft.com/office/drawing/2014/main" id="{0BF66360-F7C9-0C8D-AD04-E608A33C4909}"/>
              </a:ext>
            </a:extLst>
          </p:cNvPr>
          <p:cNvSpPr>
            <a:spLocks noGrp="1"/>
          </p:cNvSpPr>
          <p:nvPr>
            <p:ph type="dt" sz="half" idx="10"/>
          </p:nvPr>
        </p:nvSpPr>
        <p:spPr/>
        <p:txBody>
          <a:bodyPr/>
          <a:lstStyle/>
          <a:p>
            <a:fld id="{68129712-476B-4734-BDCC-1E99EACF807B}" type="datetimeFigureOut">
              <a:rPr lang="en-US" smtClean="0"/>
              <a:t>8/14/2024</a:t>
            </a:fld>
            <a:endParaRPr lang="en-US"/>
          </a:p>
        </p:txBody>
      </p:sp>
      <p:sp>
        <p:nvSpPr>
          <p:cNvPr id="8" name="바닥글 개체 틀 7">
            <a:extLst>
              <a:ext uri="{FF2B5EF4-FFF2-40B4-BE49-F238E27FC236}">
                <a16:creationId xmlns:a16="http://schemas.microsoft.com/office/drawing/2014/main" id="{47CF3F2F-32D5-A037-5CE9-19905D9D2B9E}"/>
              </a:ext>
            </a:extLst>
          </p:cNvPr>
          <p:cNvSpPr>
            <a:spLocks noGrp="1"/>
          </p:cNvSpPr>
          <p:nvPr>
            <p:ph type="ftr" sz="quarter" idx="11"/>
          </p:nvPr>
        </p:nvSpPr>
        <p:spPr/>
        <p:txBody>
          <a:bodyPr/>
          <a:lstStyle/>
          <a:p>
            <a:endParaRPr lang="en-US"/>
          </a:p>
        </p:txBody>
      </p:sp>
      <p:sp>
        <p:nvSpPr>
          <p:cNvPr id="9" name="슬라이드 번호 개체 틀 8">
            <a:extLst>
              <a:ext uri="{FF2B5EF4-FFF2-40B4-BE49-F238E27FC236}">
                <a16:creationId xmlns:a16="http://schemas.microsoft.com/office/drawing/2014/main" id="{AE964732-36CD-7AF9-C6ED-C109D90B0F5B}"/>
              </a:ext>
            </a:extLst>
          </p:cNvPr>
          <p:cNvSpPr>
            <a:spLocks noGrp="1"/>
          </p:cNvSpPr>
          <p:nvPr>
            <p:ph type="sldNum" sz="quarter" idx="12"/>
          </p:nvPr>
        </p:nvSpPr>
        <p:spPr/>
        <p:txBody>
          <a:bodyPr/>
          <a:lstStyle/>
          <a:p>
            <a:fld id="{852B813C-2FFE-45A9-8168-69A9108CA0FD}" type="slidenum">
              <a:rPr lang="en-US" smtClean="0"/>
              <a:t>‹#›</a:t>
            </a:fld>
            <a:endParaRPr lang="en-US"/>
          </a:p>
        </p:txBody>
      </p:sp>
    </p:spTree>
    <p:extLst>
      <p:ext uri="{BB962C8B-B14F-4D97-AF65-F5344CB8AC3E}">
        <p14:creationId xmlns:p14="http://schemas.microsoft.com/office/powerpoint/2010/main" val="3910357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09C36C0-3FA1-8E99-3130-4AD067B9EE40}"/>
              </a:ext>
            </a:extLst>
          </p:cNvPr>
          <p:cNvSpPr>
            <a:spLocks noGrp="1"/>
          </p:cNvSpPr>
          <p:nvPr>
            <p:ph type="title"/>
          </p:nvPr>
        </p:nvSpPr>
        <p:spPr/>
        <p:txBody>
          <a:bodyPr/>
          <a:lstStyle/>
          <a:p>
            <a:r>
              <a:rPr lang="ko-KR" altLang="en-US"/>
              <a:t>마스터 제목 스타일 편집</a:t>
            </a:r>
            <a:endParaRPr lang="en-US"/>
          </a:p>
        </p:txBody>
      </p:sp>
      <p:sp>
        <p:nvSpPr>
          <p:cNvPr id="3" name="날짜 개체 틀 2">
            <a:extLst>
              <a:ext uri="{FF2B5EF4-FFF2-40B4-BE49-F238E27FC236}">
                <a16:creationId xmlns:a16="http://schemas.microsoft.com/office/drawing/2014/main" id="{88D9B3D6-13FF-A4EC-6AF2-0D1C06F8D4E6}"/>
              </a:ext>
            </a:extLst>
          </p:cNvPr>
          <p:cNvSpPr>
            <a:spLocks noGrp="1"/>
          </p:cNvSpPr>
          <p:nvPr>
            <p:ph type="dt" sz="half" idx="10"/>
          </p:nvPr>
        </p:nvSpPr>
        <p:spPr/>
        <p:txBody>
          <a:bodyPr/>
          <a:lstStyle/>
          <a:p>
            <a:fld id="{68129712-476B-4734-BDCC-1E99EACF807B}" type="datetimeFigureOut">
              <a:rPr lang="en-US" smtClean="0"/>
              <a:t>8/14/2024</a:t>
            </a:fld>
            <a:endParaRPr lang="en-US"/>
          </a:p>
        </p:txBody>
      </p:sp>
      <p:sp>
        <p:nvSpPr>
          <p:cNvPr id="4" name="바닥글 개체 틀 3">
            <a:extLst>
              <a:ext uri="{FF2B5EF4-FFF2-40B4-BE49-F238E27FC236}">
                <a16:creationId xmlns:a16="http://schemas.microsoft.com/office/drawing/2014/main" id="{F49BC2A6-492D-0E83-DE6E-3DB2AFA59A8E}"/>
              </a:ext>
            </a:extLst>
          </p:cNvPr>
          <p:cNvSpPr>
            <a:spLocks noGrp="1"/>
          </p:cNvSpPr>
          <p:nvPr>
            <p:ph type="ftr" sz="quarter" idx="11"/>
          </p:nvPr>
        </p:nvSpPr>
        <p:spPr/>
        <p:txBody>
          <a:bodyPr/>
          <a:lstStyle/>
          <a:p>
            <a:endParaRPr lang="en-US"/>
          </a:p>
        </p:txBody>
      </p:sp>
      <p:sp>
        <p:nvSpPr>
          <p:cNvPr id="5" name="슬라이드 번호 개체 틀 4">
            <a:extLst>
              <a:ext uri="{FF2B5EF4-FFF2-40B4-BE49-F238E27FC236}">
                <a16:creationId xmlns:a16="http://schemas.microsoft.com/office/drawing/2014/main" id="{98ACF886-88A6-6A42-143C-8D74BA199CDC}"/>
              </a:ext>
            </a:extLst>
          </p:cNvPr>
          <p:cNvSpPr>
            <a:spLocks noGrp="1"/>
          </p:cNvSpPr>
          <p:nvPr>
            <p:ph type="sldNum" sz="quarter" idx="12"/>
          </p:nvPr>
        </p:nvSpPr>
        <p:spPr/>
        <p:txBody>
          <a:bodyPr/>
          <a:lstStyle/>
          <a:p>
            <a:fld id="{852B813C-2FFE-45A9-8168-69A9108CA0FD}" type="slidenum">
              <a:rPr lang="en-US" smtClean="0"/>
              <a:t>‹#›</a:t>
            </a:fld>
            <a:endParaRPr lang="en-US"/>
          </a:p>
        </p:txBody>
      </p:sp>
    </p:spTree>
    <p:extLst>
      <p:ext uri="{BB962C8B-B14F-4D97-AF65-F5344CB8AC3E}">
        <p14:creationId xmlns:p14="http://schemas.microsoft.com/office/powerpoint/2010/main" val="693546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46F3A543-BB51-EAA3-A570-59CB719EDD69}"/>
              </a:ext>
            </a:extLst>
          </p:cNvPr>
          <p:cNvSpPr>
            <a:spLocks noGrp="1"/>
          </p:cNvSpPr>
          <p:nvPr>
            <p:ph type="dt" sz="half" idx="10"/>
          </p:nvPr>
        </p:nvSpPr>
        <p:spPr/>
        <p:txBody>
          <a:bodyPr/>
          <a:lstStyle/>
          <a:p>
            <a:fld id="{68129712-476B-4734-BDCC-1E99EACF807B}" type="datetimeFigureOut">
              <a:rPr lang="en-US" smtClean="0"/>
              <a:t>8/14/2024</a:t>
            </a:fld>
            <a:endParaRPr lang="en-US"/>
          </a:p>
        </p:txBody>
      </p:sp>
      <p:sp>
        <p:nvSpPr>
          <p:cNvPr id="3" name="바닥글 개체 틀 2">
            <a:extLst>
              <a:ext uri="{FF2B5EF4-FFF2-40B4-BE49-F238E27FC236}">
                <a16:creationId xmlns:a16="http://schemas.microsoft.com/office/drawing/2014/main" id="{2E7E2FAA-066B-105F-2B91-1B7668EEFB5A}"/>
              </a:ext>
            </a:extLst>
          </p:cNvPr>
          <p:cNvSpPr>
            <a:spLocks noGrp="1"/>
          </p:cNvSpPr>
          <p:nvPr>
            <p:ph type="ftr" sz="quarter" idx="11"/>
          </p:nvPr>
        </p:nvSpPr>
        <p:spPr/>
        <p:txBody>
          <a:bodyPr/>
          <a:lstStyle/>
          <a:p>
            <a:endParaRPr lang="en-US"/>
          </a:p>
        </p:txBody>
      </p:sp>
      <p:sp>
        <p:nvSpPr>
          <p:cNvPr id="4" name="슬라이드 번호 개체 틀 3">
            <a:extLst>
              <a:ext uri="{FF2B5EF4-FFF2-40B4-BE49-F238E27FC236}">
                <a16:creationId xmlns:a16="http://schemas.microsoft.com/office/drawing/2014/main" id="{8E9FDC65-3156-A6EC-4FAD-05FD91DFD82E}"/>
              </a:ext>
            </a:extLst>
          </p:cNvPr>
          <p:cNvSpPr>
            <a:spLocks noGrp="1"/>
          </p:cNvSpPr>
          <p:nvPr>
            <p:ph type="sldNum" sz="quarter" idx="12"/>
          </p:nvPr>
        </p:nvSpPr>
        <p:spPr/>
        <p:txBody>
          <a:bodyPr/>
          <a:lstStyle/>
          <a:p>
            <a:fld id="{852B813C-2FFE-45A9-8168-69A9108CA0FD}" type="slidenum">
              <a:rPr lang="en-US" smtClean="0"/>
              <a:t>‹#›</a:t>
            </a:fld>
            <a:endParaRPr lang="en-US"/>
          </a:p>
        </p:txBody>
      </p:sp>
    </p:spTree>
    <p:extLst>
      <p:ext uri="{BB962C8B-B14F-4D97-AF65-F5344CB8AC3E}">
        <p14:creationId xmlns:p14="http://schemas.microsoft.com/office/powerpoint/2010/main" val="27831099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54794FF-A558-53E4-62F0-9083B9E988AA}"/>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DBCEF149-CC0C-78A5-1CC0-7AE2F19CAA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텍스트 개체 틀 3">
            <a:extLst>
              <a:ext uri="{FF2B5EF4-FFF2-40B4-BE49-F238E27FC236}">
                <a16:creationId xmlns:a16="http://schemas.microsoft.com/office/drawing/2014/main" id="{72624ECE-2CF1-2EB8-BF24-3982C2AC2B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0A24256D-2A2A-4027-92BC-C58501E5F334}"/>
              </a:ext>
            </a:extLst>
          </p:cNvPr>
          <p:cNvSpPr>
            <a:spLocks noGrp="1"/>
          </p:cNvSpPr>
          <p:nvPr>
            <p:ph type="dt" sz="half" idx="10"/>
          </p:nvPr>
        </p:nvSpPr>
        <p:spPr/>
        <p:txBody>
          <a:bodyPr/>
          <a:lstStyle/>
          <a:p>
            <a:fld id="{68129712-476B-4734-BDCC-1E99EACF807B}" type="datetimeFigureOut">
              <a:rPr lang="en-US" smtClean="0"/>
              <a:t>8/14/2024</a:t>
            </a:fld>
            <a:endParaRPr lang="en-US"/>
          </a:p>
        </p:txBody>
      </p:sp>
      <p:sp>
        <p:nvSpPr>
          <p:cNvPr id="6" name="바닥글 개체 틀 5">
            <a:extLst>
              <a:ext uri="{FF2B5EF4-FFF2-40B4-BE49-F238E27FC236}">
                <a16:creationId xmlns:a16="http://schemas.microsoft.com/office/drawing/2014/main" id="{2492BE70-C28F-3A03-8610-9C8A5D64E1E0}"/>
              </a:ext>
            </a:extLst>
          </p:cNvPr>
          <p:cNvSpPr>
            <a:spLocks noGrp="1"/>
          </p:cNvSpPr>
          <p:nvPr>
            <p:ph type="ftr" sz="quarter" idx="11"/>
          </p:nvPr>
        </p:nvSpPr>
        <p:spPr/>
        <p:txBody>
          <a:bodyPr/>
          <a:lstStyle/>
          <a:p>
            <a:endParaRPr lang="en-US"/>
          </a:p>
        </p:txBody>
      </p:sp>
      <p:sp>
        <p:nvSpPr>
          <p:cNvPr id="7" name="슬라이드 번호 개체 틀 6">
            <a:extLst>
              <a:ext uri="{FF2B5EF4-FFF2-40B4-BE49-F238E27FC236}">
                <a16:creationId xmlns:a16="http://schemas.microsoft.com/office/drawing/2014/main" id="{169F653C-56E9-3466-FC2F-328620D9DD22}"/>
              </a:ext>
            </a:extLst>
          </p:cNvPr>
          <p:cNvSpPr>
            <a:spLocks noGrp="1"/>
          </p:cNvSpPr>
          <p:nvPr>
            <p:ph type="sldNum" sz="quarter" idx="12"/>
          </p:nvPr>
        </p:nvSpPr>
        <p:spPr/>
        <p:txBody>
          <a:bodyPr/>
          <a:lstStyle/>
          <a:p>
            <a:fld id="{852B813C-2FFE-45A9-8168-69A9108CA0FD}" type="slidenum">
              <a:rPr lang="en-US" smtClean="0"/>
              <a:t>‹#›</a:t>
            </a:fld>
            <a:endParaRPr lang="en-US"/>
          </a:p>
        </p:txBody>
      </p:sp>
    </p:spTree>
    <p:extLst>
      <p:ext uri="{BB962C8B-B14F-4D97-AF65-F5344CB8AC3E}">
        <p14:creationId xmlns:p14="http://schemas.microsoft.com/office/powerpoint/2010/main" val="2055696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4AB3A0F-7496-2414-CCCB-8265A05EAF93}"/>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그림 개체 틀 2">
            <a:extLst>
              <a:ext uri="{FF2B5EF4-FFF2-40B4-BE49-F238E27FC236}">
                <a16:creationId xmlns:a16="http://schemas.microsoft.com/office/drawing/2014/main" id="{2985D5AD-D32E-D4CD-2FF2-D6CFD8FB28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텍스트 개체 틀 3">
            <a:extLst>
              <a:ext uri="{FF2B5EF4-FFF2-40B4-BE49-F238E27FC236}">
                <a16:creationId xmlns:a16="http://schemas.microsoft.com/office/drawing/2014/main" id="{0BC868C5-1B39-5D60-8482-53FD991ABC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56BD0AA1-6A57-57FC-C7FF-4CA8D040873D}"/>
              </a:ext>
            </a:extLst>
          </p:cNvPr>
          <p:cNvSpPr>
            <a:spLocks noGrp="1"/>
          </p:cNvSpPr>
          <p:nvPr>
            <p:ph type="dt" sz="half" idx="10"/>
          </p:nvPr>
        </p:nvSpPr>
        <p:spPr/>
        <p:txBody>
          <a:bodyPr/>
          <a:lstStyle/>
          <a:p>
            <a:fld id="{68129712-476B-4734-BDCC-1E99EACF807B}" type="datetimeFigureOut">
              <a:rPr lang="en-US" smtClean="0"/>
              <a:t>8/14/2024</a:t>
            </a:fld>
            <a:endParaRPr lang="en-US"/>
          </a:p>
        </p:txBody>
      </p:sp>
      <p:sp>
        <p:nvSpPr>
          <p:cNvPr id="6" name="바닥글 개체 틀 5">
            <a:extLst>
              <a:ext uri="{FF2B5EF4-FFF2-40B4-BE49-F238E27FC236}">
                <a16:creationId xmlns:a16="http://schemas.microsoft.com/office/drawing/2014/main" id="{AF1C9AF0-41B1-08AA-CDB1-E8E14C7CAB13}"/>
              </a:ext>
            </a:extLst>
          </p:cNvPr>
          <p:cNvSpPr>
            <a:spLocks noGrp="1"/>
          </p:cNvSpPr>
          <p:nvPr>
            <p:ph type="ftr" sz="quarter" idx="11"/>
          </p:nvPr>
        </p:nvSpPr>
        <p:spPr/>
        <p:txBody>
          <a:bodyPr/>
          <a:lstStyle/>
          <a:p>
            <a:endParaRPr lang="en-US"/>
          </a:p>
        </p:txBody>
      </p:sp>
      <p:sp>
        <p:nvSpPr>
          <p:cNvPr id="7" name="슬라이드 번호 개체 틀 6">
            <a:extLst>
              <a:ext uri="{FF2B5EF4-FFF2-40B4-BE49-F238E27FC236}">
                <a16:creationId xmlns:a16="http://schemas.microsoft.com/office/drawing/2014/main" id="{65F80A7D-74B4-5143-94E9-34BEA425B489}"/>
              </a:ext>
            </a:extLst>
          </p:cNvPr>
          <p:cNvSpPr>
            <a:spLocks noGrp="1"/>
          </p:cNvSpPr>
          <p:nvPr>
            <p:ph type="sldNum" sz="quarter" idx="12"/>
          </p:nvPr>
        </p:nvSpPr>
        <p:spPr/>
        <p:txBody>
          <a:bodyPr/>
          <a:lstStyle/>
          <a:p>
            <a:fld id="{852B813C-2FFE-45A9-8168-69A9108CA0FD}" type="slidenum">
              <a:rPr lang="en-US" smtClean="0"/>
              <a:t>‹#›</a:t>
            </a:fld>
            <a:endParaRPr lang="en-US"/>
          </a:p>
        </p:txBody>
      </p:sp>
    </p:spTree>
    <p:extLst>
      <p:ext uri="{BB962C8B-B14F-4D97-AF65-F5344CB8AC3E}">
        <p14:creationId xmlns:p14="http://schemas.microsoft.com/office/powerpoint/2010/main" val="1367882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32B4149-9747-7109-693A-4F5EB839214D}"/>
              </a:ext>
            </a:extLst>
          </p:cNvPr>
          <p:cNvSpPr>
            <a:spLocks noGrp="1"/>
          </p:cNvSpPr>
          <p:nvPr>
            <p:ph type="title"/>
          </p:nvPr>
        </p:nvSpPr>
        <p:spPr/>
        <p:txBody>
          <a:bodyPr/>
          <a:lstStyle/>
          <a:p>
            <a:r>
              <a:rPr lang="ko-KR" altLang="en-US"/>
              <a:t>마스터 제목 스타일 편집</a:t>
            </a:r>
            <a:endParaRPr lang="en-US"/>
          </a:p>
        </p:txBody>
      </p:sp>
      <p:sp>
        <p:nvSpPr>
          <p:cNvPr id="3" name="세로 텍스트 개체 틀 2">
            <a:extLst>
              <a:ext uri="{FF2B5EF4-FFF2-40B4-BE49-F238E27FC236}">
                <a16:creationId xmlns:a16="http://schemas.microsoft.com/office/drawing/2014/main" id="{09671EA0-9D18-EB31-5BF9-BDB494767401}"/>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날짜 개체 틀 3">
            <a:extLst>
              <a:ext uri="{FF2B5EF4-FFF2-40B4-BE49-F238E27FC236}">
                <a16:creationId xmlns:a16="http://schemas.microsoft.com/office/drawing/2014/main" id="{D2CD0855-3DF7-B9B0-D9D8-DAAD1FD68E99}"/>
              </a:ext>
            </a:extLst>
          </p:cNvPr>
          <p:cNvSpPr>
            <a:spLocks noGrp="1"/>
          </p:cNvSpPr>
          <p:nvPr>
            <p:ph type="dt" sz="half" idx="10"/>
          </p:nvPr>
        </p:nvSpPr>
        <p:spPr/>
        <p:txBody>
          <a:bodyPr/>
          <a:lstStyle/>
          <a:p>
            <a:fld id="{68129712-476B-4734-BDCC-1E99EACF807B}" type="datetimeFigureOut">
              <a:rPr lang="en-US" smtClean="0"/>
              <a:t>8/14/2024</a:t>
            </a:fld>
            <a:endParaRPr lang="en-US"/>
          </a:p>
        </p:txBody>
      </p:sp>
      <p:sp>
        <p:nvSpPr>
          <p:cNvPr id="5" name="바닥글 개체 틀 4">
            <a:extLst>
              <a:ext uri="{FF2B5EF4-FFF2-40B4-BE49-F238E27FC236}">
                <a16:creationId xmlns:a16="http://schemas.microsoft.com/office/drawing/2014/main" id="{B6F2966C-77A2-6FE3-6A1A-145DC18D2595}"/>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6ADDF416-90D6-6B5F-752E-50291A995E42}"/>
              </a:ext>
            </a:extLst>
          </p:cNvPr>
          <p:cNvSpPr>
            <a:spLocks noGrp="1"/>
          </p:cNvSpPr>
          <p:nvPr>
            <p:ph type="sldNum" sz="quarter" idx="12"/>
          </p:nvPr>
        </p:nvSpPr>
        <p:spPr/>
        <p:txBody>
          <a:bodyPr/>
          <a:lstStyle/>
          <a:p>
            <a:fld id="{852B813C-2FFE-45A9-8168-69A9108CA0FD}" type="slidenum">
              <a:rPr lang="en-US" smtClean="0"/>
              <a:t>‹#›</a:t>
            </a:fld>
            <a:endParaRPr lang="en-US"/>
          </a:p>
        </p:txBody>
      </p:sp>
    </p:spTree>
    <p:extLst>
      <p:ext uri="{BB962C8B-B14F-4D97-AF65-F5344CB8AC3E}">
        <p14:creationId xmlns:p14="http://schemas.microsoft.com/office/powerpoint/2010/main" val="2651900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39B6129D-BDDD-2D46-B40B-985E745DF02A}"/>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endParaRPr lang="en-US"/>
          </a:p>
        </p:txBody>
      </p:sp>
      <p:sp>
        <p:nvSpPr>
          <p:cNvPr id="3" name="세로 텍스트 개체 틀 2">
            <a:extLst>
              <a:ext uri="{FF2B5EF4-FFF2-40B4-BE49-F238E27FC236}">
                <a16:creationId xmlns:a16="http://schemas.microsoft.com/office/drawing/2014/main" id="{163E25E9-EAE5-445F-6898-CB5DD80FD988}"/>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날짜 개체 틀 3">
            <a:extLst>
              <a:ext uri="{FF2B5EF4-FFF2-40B4-BE49-F238E27FC236}">
                <a16:creationId xmlns:a16="http://schemas.microsoft.com/office/drawing/2014/main" id="{217E4971-7E2E-DB5F-ABBB-1CDD1394071E}"/>
              </a:ext>
            </a:extLst>
          </p:cNvPr>
          <p:cNvSpPr>
            <a:spLocks noGrp="1"/>
          </p:cNvSpPr>
          <p:nvPr>
            <p:ph type="dt" sz="half" idx="10"/>
          </p:nvPr>
        </p:nvSpPr>
        <p:spPr/>
        <p:txBody>
          <a:bodyPr/>
          <a:lstStyle/>
          <a:p>
            <a:fld id="{68129712-476B-4734-BDCC-1E99EACF807B}" type="datetimeFigureOut">
              <a:rPr lang="en-US" smtClean="0"/>
              <a:t>8/14/2024</a:t>
            </a:fld>
            <a:endParaRPr lang="en-US"/>
          </a:p>
        </p:txBody>
      </p:sp>
      <p:sp>
        <p:nvSpPr>
          <p:cNvPr id="5" name="바닥글 개체 틀 4">
            <a:extLst>
              <a:ext uri="{FF2B5EF4-FFF2-40B4-BE49-F238E27FC236}">
                <a16:creationId xmlns:a16="http://schemas.microsoft.com/office/drawing/2014/main" id="{45FA1530-504B-FBE6-E47F-B8574BE5FE49}"/>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7942793F-A277-BE98-BE11-8A3432CCDE4B}"/>
              </a:ext>
            </a:extLst>
          </p:cNvPr>
          <p:cNvSpPr>
            <a:spLocks noGrp="1"/>
          </p:cNvSpPr>
          <p:nvPr>
            <p:ph type="sldNum" sz="quarter" idx="12"/>
          </p:nvPr>
        </p:nvSpPr>
        <p:spPr/>
        <p:txBody>
          <a:bodyPr/>
          <a:lstStyle/>
          <a:p>
            <a:fld id="{852B813C-2FFE-45A9-8168-69A9108CA0FD}" type="slidenum">
              <a:rPr lang="en-US" smtClean="0"/>
              <a:t>‹#›</a:t>
            </a:fld>
            <a:endParaRPr lang="en-US"/>
          </a:p>
        </p:txBody>
      </p:sp>
    </p:spTree>
    <p:extLst>
      <p:ext uri="{BB962C8B-B14F-4D97-AF65-F5344CB8AC3E}">
        <p14:creationId xmlns:p14="http://schemas.microsoft.com/office/powerpoint/2010/main" val="11800251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2925273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D1160EE-4844-2223-0C70-EC6A174983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E30D3AFE-0192-15E5-F9C0-4A649FAE40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날짜 개체 틀 3">
            <a:extLst>
              <a:ext uri="{FF2B5EF4-FFF2-40B4-BE49-F238E27FC236}">
                <a16:creationId xmlns:a16="http://schemas.microsoft.com/office/drawing/2014/main" id="{751C99FC-62A9-12C7-2594-C8D6105A2C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8129712-476B-4734-BDCC-1E99EACF807B}" type="datetimeFigureOut">
              <a:rPr lang="en-US" smtClean="0"/>
              <a:t>8/14/2024</a:t>
            </a:fld>
            <a:endParaRPr lang="en-US"/>
          </a:p>
        </p:txBody>
      </p:sp>
      <p:sp>
        <p:nvSpPr>
          <p:cNvPr id="5" name="바닥글 개체 틀 4">
            <a:extLst>
              <a:ext uri="{FF2B5EF4-FFF2-40B4-BE49-F238E27FC236}">
                <a16:creationId xmlns:a16="http://schemas.microsoft.com/office/drawing/2014/main" id="{0283717F-9CE1-0D5F-567F-CB4289492B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슬라이드 번호 개체 틀 5">
            <a:extLst>
              <a:ext uri="{FF2B5EF4-FFF2-40B4-BE49-F238E27FC236}">
                <a16:creationId xmlns:a16="http://schemas.microsoft.com/office/drawing/2014/main" id="{1663496C-5B85-9497-F015-E3F4D6FE02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52B813C-2FFE-45A9-8168-69A9108CA0FD}" type="slidenum">
              <a:rPr lang="en-US" smtClean="0"/>
              <a:t>‹#›</a:t>
            </a:fld>
            <a:endParaRPr lang="en-US"/>
          </a:p>
        </p:txBody>
      </p:sp>
    </p:spTree>
    <p:extLst>
      <p:ext uri="{BB962C8B-B14F-4D97-AF65-F5344CB8AC3E}">
        <p14:creationId xmlns:p14="http://schemas.microsoft.com/office/powerpoint/2010/main" val="2114670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2"/>
          <p:cNvSpPr/>
          <p:nvPr/>
        </p:nvSpPr>
        <p:spPr>
          <a:xfrm>
            <a:off x="0" y="0"/>
            <a:ext cx="12192000" cy="6971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pic>
        <p:nvPicPr>
          <p:cNvPr id="114" name="Google Shape;114;p22" title="File:Rösrath Germany Gardening-with-planting-box-01.jpg ..."/>
          <p:cNvPicPr preferRelativeResize="0"/>
          <p:nvPr/>
        </p:nvPicPr>
        <p:blipFill>
          <a:blip r:embed="rId3">
            <a:alphaModFix/>
          </a:blip>
          <a:stretch>
            <a:fillRect/>
          </a:stretch>
        </p:blipFill>
        <p:spPr>
          <a:xfrm>
            <a:off x="-123770" y="-129067"/>
            <a:ext cx="12557067" cy="8369333"/>
          </a:xfrm>
          <a:prstGeom prst="rect">
            <a:avLst/>
          </a:prstGeom>
          <a:noFill/>
          <a:ln>
            <a:noFill/>
          </a:ln>
        </p:spPr>
      </p:pic>
      <p:sp>
        <p:nvSpPr>
          <p:cNvPr id="115" name="Google Shape;115;p22"/>
          <p:cNvSpPr txBox="1">
            <a:spLocks noGrp="1"/>
          </p:cNvSpPr>
          <p:nvPr>
            <p:ph type="ctrTitle"/>
          </p:nvPr>
        </p:nvSpPr>
        <p:spPr>
          <a:xfrm>
            <a:off x="2217767" y="587600"/>
            <a:ext cx="7874000" cy="1722800"/>
          </a:xfrm>
          <a:prstGeom prst="rect">
            <a:avLst/>
          </a:prstGeom>
          <a:solidFill>
            <a:schemeClr val="lt1"/>
          </a:solidFill>
        </p:spPr>
        <p:txBody>
          <a:bodyPr spcFirstLastPara="1" vert="horz" wrap="square" lIns="121900" tIns="121900" rIns="121900" bIns="121900" rtlCol="0" anchor="b" anchorCtr="0">
            <a:normAutofit/>
          </a:bodyPr>
          <a:lstStyle/>
          <a:p>
            <a:pPr>
              <a:spcBef>
                <a:spcPts val="0"/>
              </a:spcBef>
            </a:pPr>
            <a:r>
              <a:rPr lang="en" sz="4000" dirty="0"/>
              <a:t>My Hobby Gardening:</a:t>
            </a:r>
            <a:br>
              <a:rPr lang="en" sz="4000" dirty="0"/>
            </a:br>
            <a:r>
              <a:rPr lang="en" sz="4000" dirty="0"/>
              <a:t>Cultivating Nature at Home</a:t>
            </a:r>
            <a:endParaRPr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1" name="Google Shape;121;p23"/>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How I Got Started</a:t>
            </a:r>
            <a:endParaRPr/>
          </a:p>
        </p:txBody>
      </p:sp>
      <p:sp>
        <p:nvSpPr>
          <p:cNvPr id="122" name="Google Shape;122;p23"/>
          <p:cNvSpPr txBox="1">
            <a:spLocks noGrp="1"/>
          </p:cNvSpPr>
          <p:nvPr>
            <p:ph type="body" idx="1"/>
          </p:nvPr>
        </p:nvSpPr>
        <p:spPr>
          <a:xfrm>
            <a:off x="415600" y="1563367"/>
            <a:ext cx="4068800" cy="4555200"/>
          </a:xfrm>
          <a:prstGeom prst="rect">
            <a:avLst/>
          </a:prstGeom>
        </p:spPr>
        <p:txBody>
          <a:bodyPr spcFirstLastPara="1" vert="horz" wrap="square" lIns="121900" tIns="121900" rIns="121900" bIns="121900" rtlCol="0" anchor="t" anchorCtr="0">
            <a:normAutofit/>
          </a:bodyPr>
          <a:lstStyle/>
          <a:p>
            <a:pPr>
              <a:lnSpc>
                <a:spcPct val="100000"/>
              </a:lnSpc>
              <a:buFont typeface="Arial" panose="020B0604020202020204" pitchFamily="34" charset="0"/>
              <a:buChar char="•"/>
            </a:pPr>
            <a:r>
              <a:rPr lang="en" sz="2400" dirty="0"/>
              <a:t>Inspiration from dad</a:t>
            </a:r>
            <a:endParaRPr sz="2400" dirty="0"/>
          </a:p>
          <a:p>
            <a:pPr>
              <a:lnSpc>
                <a:spcPct val="100000"/>
              </a:lnSpc>
              <a:buFont typeface="Arial" panose="020B0604020202020204" pitchFamily="34" charset="0"/>
              <a:buChar char="•"/>
            </a:pPr>
            <a:r>
              <a:rPr lang="en" sz="2400" dirty="0"/>
              <a:t>First experiences with indoor plant</a:t>
            </a:r>
            <a:endParaRPr sz="2400" dirty="0"/>
          </a:p>
          <a:p>
            <a:pPr>
              <a:lnSpc>
                <a:spcPct val="100000"/>
              </a:lnSpc>
              <a:buFont typeface="Arial" panose="020B0604020202020204" pitchFamily="34" charset="0"/>
              <a:buChar char="•"/>
            </a:pPr>
            <a:r>
              <a:rPr lang="en" sz="2400" dirty="0"/>
              <a:t>Overwatering and choosing the run soil</a:t>
            </a:r>
            <a:endParaRPr sz="2400" dirty="0"/>
          </a:p>
        </p:txBody>
      </p:sp>
      <p:pic>
        <p:nvPicPr>
          <p:cNvPr id="123" name="Google Shape;123;p23" title="Indoor Plants Display | Free CC0 Stock Photo of Indoor Plant… | Flickr"/>
          <p:cNvPicPr preferRelativeResize="0"/>
          <p:nvPr/>
        </p:nvPicPr>
        <p:blipFill>
          <a:blip r:embed="rId3">
            <a:alphaModFix/>
          </a:blip>
          <a:stretch>
            <a:fillRect/>
          </a:stretch>
        </p:blipFill>
        <p:spPr>
          <a:xfrm>
            <a:off x="5334001" y="1482685"/>
            <a:ext cx="6096000" cy="4183009"/>
          </a:xfrm>
          <a:prstGeom prst="rect">
            <a:avLst/>
          </a:prstGeom>
          <a:noFill/>
          <a:ln>
            <a:noFill/>
          </a:ln>
        </p:spPr>
      </p:pic>
      <p:pic>
        <p:nvPicPr>
          <p:cNvPr id="2052" name="Picture 4" descr="six brown plant pots with green leaf plants">
            <a:extLst>
              <a:ext uri="{FF2B5EF4-FFF2-40B4-BE49-F238E27FC236}">
                <a16:creationId xmlns:a16="http://schemas.microsoft.com/office/drawing/2014/main" id="{3F14F13B-BB42-E52F-FB97-9FB67E5767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1300" y="1483703"/>
            <a:ext cx="6277299" cy="418199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pic>
        <p:nvPicPr>
          <p:cNvPr id="3076" name="Picture 4">
            <a:extLst>
              <a:ext uri="{FF2B5EF4-FFF2-40B4-BE49-F238E27FC236}">
                <a16:creationId xmlns:a16="http://schemas.microsoft.com/office/drawing/2014/main" id="{435FEE70-D6D0-1912-CFD3-29B576E696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800" y="-2188020"/>
            <a:ext cx="12340800" cy="9255600"/>
          </a:xfrm>
          <a:prstGeom prst="rect">
            <a:avLst/>
          </a:prstGeom>
          <a:noFill/>
          <a:extLst>
            <a:ext uri="{909E8E84-426E-40DD-AFC4-6F175D3DCCD1}">
              <a14:hiddenFill xmlns:a14="http://schemas.microsoft.com/office/drawing/2010/main">
                <a:solidFill>
                  <a:srgbClr val="FFFFFF"/>
                </a:solidFill>
              </a14:hiddenFill>
            </a:ext>
          </a:extLst>
        </p:spPr>
      </p:pic>
      <p:sp>
        <p:nvSpPr>
          <p:cNvPr id="129" name="Google Shape;129;p24"/>
          <p:cNvSpPr txBox="1">
            <a:spLocks noGrp="1"/>
          </p:cNvSpPr>
          <p:nvPr>
            <p:ph type="title"/>
          </p:nvPr>
        </p:nvSpPr>
        <p:spPr>
          <a:xfrm>
            <a:off x="415600" y="593367"/>
            <a:ext cx="4308800" cy="763600"/>
          </a:xfrm>
          <a:prstGeom prst="rect">
            <a:avLst/>
          </a:prstGeom>
          <a:solidFill>
            <a:schemeClr val="lt1"/>
          </a:solidFill>
        </p:spPr>
        <p:txBody>
          <a:bodyPr spcFirstLastPara="1" vert="horz" wrap="square" lIns="121900" tIns="121900" rIns="121900" bIns="121900" rtlCol="0" anchor="t" anchorCtr="0">
            <a:normAutofit fontScale="90000"/>
          </a:bodyPr>
          <a:lstStyle/>
          <a:p>
            <a:r>
              <a:rPr lang="en"/>
              <a:t>What I Grow</a:t>
            </a:r>
            <a:endParaRPr/>
          </a:p>
        </p:txBody>
      </p:sp>
      <p:sp>
        <p:nvSpPr>
          <p:cNvPr id="130" name="Google Shape;130;p24"/>
          <p:cNvSpPr txBox="1"/>
          <p:nvPr/>
        </p:nvSpPr>
        <p:spPr>
          <a:xfrm>
            <a:off x="13746833" y="1662600"/>
            <a:ext cx="4000000" cy="1175794"/>
          </a:xfrm>
          <a:prstGeom prst="rect">
            <a:avLst/>
          </a:prstGeom>
          <a:noFill/>
          <a:ln>
            <a:noFill/>
          </a:ln>
        </p:spPr>
        <p:txBody>
          <a:bodyPr spcFirstLastPara="1" wrap="square" lIns="121900" tIns="121900" rIns="121900" bIns="121900" anchor="t" anchorCtr="0">
            <a:spAutoFit/>
          </a:bodyPr>
          <a:lstStyle/>
          <a:p>
            <a:pPr>
              <a:lnSpc>
                <a:spcPct val="115000"/>
              </a:lnSpc>
              <a:spcBef>
                <a:spcPts val="1600"/>
              </a:spcBef>
              <a:spcAft>
                <a:spcPts val="1600"/>
              </a:spcAft>
            </a:pPr>
            <a:r>
              <a:rPr lang="en" sz="1467">
                <a:solidFill>
                  <a:schemeClr val="dk1"/>
                </a:solidFill>
              </a:rPr>
              <a:t>Photos of your childhood home, neighborhood, or places you frequented</a:t>
            </a:r>
            <a:endParaRPr sz="1467">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5"/>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Benefits of Gardening</a:t>
            </a:r>
            <a:endParaRPr/>
          </a:p>
          <a:p>
            <a:endParaRPr/>
          </a:p>
          <a:p>
            <a:endParaRPr/>
          </a:p>
        </p:txBody>
      </p:sp>
      <p:sp>
        <p:nvSpPr>
          <p:cNvPr id="136" name="Google Shape;136;p25"/>
          <p:cNvSpPr txBox="1">
            <a:spLocks noGrp="1"/>
          </p:cNvSpPr>
          <p:nvPr>
            <p:ph type="body" idx="1"/>
          </p:nvPr>
        </p:nvSpPr>
        <p:spPr>
          <a:xfrm>
            <a:off x="577266" y="1891333"/>
            <a:ext cx="5267721" cy="4555200"/>
          </a:xfrm>
          <a:prstGeom prst="rect">
            <a:avLst/>
          </a:prstGeom>
        </p:spPr>
        <p:txBody>
          <a:bodyPr spcFirstLastPara="1" vert="horz" wrap="square" lIns="121900" tIns="121900" rIns="121900" bIns="121900" rtlCol="0" anchor="t" anchorCtr="0">
            <a:normAutofit/>
          </a:bodyPr>
          <a:lstStyle/>
          <a:p>
            <a:pPr>
              <a:lnSpc>
                <a:spcPct val="100000"/>
              </a:lnSpc>
              <a:buFont typeface="Arial" panose="020B0604020202020204" pitchFamily="34" charset="0"/>
              <a:buChar char="•"/>
            </a:pPr>
            <a:r>
              <a:rPr lang="en" sz="2400" dirty="0"/>
              <a:t>Keeps me active</a:t>
            </a:r>
            <a:endParaRPr sz="2400" dirty="0"/>
          </a:p>
          <a:p>
            <a:pPr>
              <a:lnSpc>
                <a:spcPct val="100000"/>
              </a:lnSpc>
              <a:buFont typeface="Arial" panose="020B0604020202020204" pitchFamily="34" charset="0"/>
              <a:buChar char="•"/>
            </a:pPr>
            <a:r>
              <a:rPr lang="en" sz="2400" dirty="0"/>
              <a:t>Calming therapeutic effect</a:t>
            </a:r>
            <a:endParaRPr sz="2400" dirty="0"/>
          </a:p>
          <a:p>
            <a:pPr>
              <a:lnSpc>
                <a:spcPct val="100000"/>
              </a:lnSpc>
              <a:buFont typeface="Arial" panose="020B0604020202020204" pitchFamily="34" charset="0"/>
              <a:buChar char="•"/>
            </a:pPr>
            <a:r>
              <a:rPr lang="en" sz="2400" dirty="0"/>
              <a:t>Deeply rewarding when connecting with nature</a:t>
            </a:r>
            <a:endParaRPr sz="2400" dirty="0"/>
          </a:p>
        </p:txBody>
      </p:sp>
      <p:sp>
        <p:nvSpPr>
          <p:cNvPr id="138" name="Google Shape;138;p25"/>
          <p:cNvSpPr txBox="1"/>
          <p:nvPr/>
        </p:nvSpPr>
        <p:spPr>
          <a:xfrm>
            <a:off x="6234533" y="3209667"/>
            <a:ext cx="4000000" cy="1640602"/>
          </a:xfrm>
          <a:prstGeom prst="rect">
            <a:avLst/>
          </a:prstGeom>
          <a:noFill/>
          <a:ln>
            <a:noFill/>
          </a:ln>
        </p:spPr>
        <p:txBody>
          <a:bodyPr spcFirstLastPara="1" wrap="square" lIns="121900" tIns="121900" rIns="121900" bIns="121900" anchor="t" anchorCtr="0">
            <a:spAutoFit/>
          </a:bodyPr>
          <a:lstStyle/>
          <a:p>
            <a:pPr>
              <a:lnSpc>
                <a:spcPct val="115000"/>
              </a:lnSpc>
              <a:spcBef>
                <a:spcPts val="1600"/>
              </a:spcBef>
            </a:pPr>
            <a:r>
              <a:rPr lang="en" sz="1467">
                <a:solidFill>
                  <a:schemeClr val="dk1"/>
                </a:solidFill>
              </a:rPr>
              <a:t>Picture of your school, group photo with friends, school events</a:t>
            </a:r>
            <a:endParaRPr sz="1467">
              <a:solidFill>
                <a:schemeClr val="dk1"/>
              </a:solidFill>
            </a:endParaRPr>
          </a:p>
          <a:p>
            <a:pPr>
              <a:lnSpc>
                <a:spcPct val="115000"/>
              </a:lnSpc>
              <a:spcBef>
                <a:spcPts val="1600"/>
              </a:spcBef>
              <a:spcAft>
                <a:spcPts val="1600"/>
              </a:spcAft>
            </a:pPr>
            <a:endParaRPr sz="1467">
              <a:solidFill>
                <a:schemeClr val="dk1"/>
              </a:solidFill>
            </a:endParaRPr>
          </a:p>
        </p:txBody>
      </p:sp>
      <p:pic>
        <p:nvPicPr>
          <p:cNvPr id="3" name="그림 2" descr="사람, 의류, 야외, 신발류이(가) 표시된 사진&#10;&#10;자동 생성된 설명">
            <a:extLst>
              <a:ext uri="{FF2B5EF4-FFF2-40B4-BE49-F238E27FC236}">
                <a16:creationId xmlns:a16="http://schemas.microsoft.com/office/drawing/2014/main" id="{3039AD98-03CD-5882-7A99-E8E592A691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86333" y="1891333"/>
            <a:ext cx="6028401" cy="362725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6"/>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Challenges and How I Overcame Them</a:t>
            </a:r>
            <a:endParaRPr/>
          </a:p>
        </p:txBody>
      </p:sp>
      <p:sp>
        <p:nvSpPr>
          <p:cNvPr id="145" name="Google Shape;145;p26"/>
          <p:cNvSpPr txBox="1">
            <a:spLocks noGrp="1"/>
          </p:cNvSpPr>
          <p:nvPr>
            <p:ph type="body" idx="1"/>
          </p:nvPr>
        </p:nvSpPr>
        <p:spPr>
          <a:xfrm>
            <a:off x="415600" y="1536633"/>
            <a:ext cx="9939200" cy="4555200"/>
          </a:xfrm>
          <a:prstGeom prst="rect">
            <a:avLst/>
          </a:prstGeom>
        </p:spPr>
        <p:txBody>
          <a:bodyPr spcFirstLastPara="1" vert="horz" wrap="square" lIns="121900" tIns="121900" rIns="121900" bIns="121900" rtlCol="0" anchor="t" anchorCtr="0">
            <a:normAutofit/>
          </a:bodyPr>
          <a:lstStyle/>
          <a:p>
            <a:pPr>
              <a:lnSpc>
                <a:spcPct val="100000"/>
              </a:lnSpc>
              <a:buFont typeface="Arial" panose="020B0604020202020204" pitchFamily="34" charset="0"/>
              <a:buChar char="•"/>
            </a:pPr>
            <a:r>
              <a:rPr lang="en" dirty="0"/>
              <a:t>Dealing with pests</a:t>
            </a:r>
            <a:endParaRPr dirty="0"/>
          </a:p>
          <a:p>
            <a:pPr lvl="1">
              <a:lnSpc>
                <a:spcPct val="100000"/>
              </a:lnSpc>
              <a:buFont typeface="Arial" panose="020B0604020202020204" pitchFamily="34" charset="0"/>
              <a:buChar char="•"/>
            </a:pPr>
            <a:r>
              <a:rPr lang="en" dirty="0"/>
              <a:t>Natural pest control methods</a:t>
            </a:r>
            <a:endParaRPr dirty="0"/>
          </a:p>
          <a:p>
            <a:pPr>
              <a:lnSpc>
                <a:spcPct val="100000"/>
              </a:lnSpc>
              <a:buFont typeface="Arial" panose="020B0604020202020204" pitchFamily="34" charset="0"/>
              <a:buChar char="•"/>
            </a:pPr>
            <a:r>
              <a:rPr lang="en" dirty="0"/>
              <a:t>Unpredictable weather conditions</a:t>
            </a:r>
            <a:endParaRPr dirty="0"/>
          </a:p>
          <a:p>
            <a:pPr lvl="1">
              <a:lnSpc>
                <a:spcPct val="100000"/>
              </a:lnSpc>
              <a:buFont typeface="Arial" panose="020B0604020202020204" pitchFamily="34" charset="0"/>
              <a:buChar char="•"/>
            </a:pPr>
            <a:r>
              <a:rPr lang="en" dirty="0"/>
              <a:t>Time management for watering plants</a:t>
            </a:r>
            <a:endParaRPr dirty="0"/>
          </a:p>
          <a:p>
            <a:pPr>
              <a:lnSpc>
                <a:spcPct val="100000"/>
              </a:lnSpc>
              <a:buFont typeface="Arial" panose="020B0604020202020204" pitchFamily="34" charset="0"/>
              <a:buChar char="•"/>
            </a:pPr>
            <a:r>
              <a:rPr lang="en" dirty="0"/>
              <a:t>Learning from mistakes</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3" name="그림 2" descr="사람, 화훼장식, 플로랄 디자인, 꽃꽂이이(가) 표시된 사진&#10;&#10;자동 생성된 설명">
            <a:extLst>
              <a:ext uri="{FF2B5EF4-FFF2-40B4-BE49-F238E27FC236}">
                <a16:creationId xmlns:a16="http://schemas.microsoft.com/office/drawing/2014/main" id="{BC9F9EFE-616F-1B4A-3AFA-AC81A9FB1C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25880"/>
            <a:ext cx="12197999" cy="8153400"/>
          </a:xfrm>
          <a:prstGeom prst="rect">
            <a:avLst/>
          </a:prstGeom>
        </p:spPr>
      </p:pic>
      <p:sp>
        <p:nvSpPr>
          <p:cNvPr id="152" name="Google Shape;152;p27"/>
          <p:cNvSpPr txBox="1">
            <a:spLocks noGrp="1"/>
          </p:cNvSpPr>
          <p:nvPr>
            <p:ph type="title"/>
          </p:nvPr>
        </p:nvSpPr>
        <p:spPr>
          <a:xfrm>
            <a:off x="415599" y="593367"/>
            <a:ext cx="11408848" cy="763601"/>
          </a:xfrm>
          <a:prstGeom prst="rect">
            <a:avLst/>
          </a:prstGeom>
          <a:solidFill>
            <a:schemeClr val="lt1"/>
          </a:solidFill>
        </p:spPr>
        <p:txBody>
          <a:bodyPr spcFirstLastPara="1" vert="horz" wrap="square" lIns="121900" tIns="121900" rIns="121900" bIns="121900" rtlCol="0" anchor="t" anchorCtr="0">
            <a:normAutofit fontScale="90000"/>
          </a:bodyPr>
          <a:lstStyle/>
          <a:p>
            <a:r>
              <a:rPr lang="en" dirty="0"/>
              <a:t>My Favorite Gardening Moments Over Time</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8"/>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Looking Ahead: My Gardening Goals</a:t>
            </a:r>
            <a:endParaRPr/>
          </a:p>
        </p:txBody>
      </p:sp>
      <p:sp>
        <p:nvSpPr>
          <p:cNvPr id="158" name="Google Shape;158;p28"/>
          <p:cNvSpPr txBox="1">
            <a:spLocks noGrp="1"/>
          </p:cNvSpPr>
          <p:nvPr>
            <p:ph type="body" idx="1"/>
          </p:nvPr>
        </p:nvSpPr>
        <p:spPr>
          <a:xfrm>
            <a:off x="415600" y="1536633"/>
            <a:ext cx="10516800" cy="4555200"/>
          </a:xfrm>
          <a:prstGeom prst="rect">
            <a:avLst/>
          </a:prstGeom>
        </p:spPr>
        <p:txBody>
          <a:bodyPr spcFirstLastPara="1" vert="horz" wrap="square" lIns="121900" tIns="121900" rIns="121900" bIns="121900" rtlCol="0" anchor="t" anchorCtr="0">
            <a:normAutofit/>
          </a:bodyPr>
          <a:lstStyle/>
          <a:p>
            <a:pPr>
              <a:lnSpc>
                <a:spcPct val="100000"/>
              </a:lnSpc>
              <a:buFont typeface="Arial" panose="020B0604020202020204" pitchFamily="34" charset="0"/>
              <a:buChar char="•"/>
            </a:pPr>
            <a:r>
              <a:rPr lang="en" dirty="0"/>
              <a:t>Plans for expanding or diversifying the garden</a:t>
            </a:r>
            <a:endParaRPr dirty="0"/>
          </a:p>
          <a:p>
            <a:pPr lvl="1">
              <a:lnSpc>
                <a:spcPct val="100000"/>
              </a:lnSpc>
              <a:buFont typeface="Arial" panose="020B0604020202020204" pitchFamily="34" charset="0"/>
              <a:buChar char="•"/>
            </a:pPr>
            <a:r>
              <a:rPr lang="en" dirty="0"/>
              <a:t>More exotic plants</a:t>
            </a:r>
            <a:endParaRPr dirty="0"/>
          </a:p>
          <a:p>
            <a:pPr>
              <a:lnSpc>
                <a:spcPct val="100000"/>
              </a:lnSpc>
              <a:buFont typeface="Arial" panose="020B0604020202020204" pitchFamily="34" charset="0"/>
              <a:buChar char="•"/>
            </a:pPr>
            <a:r>
              <a:rPr lang="en" dirty="0"/>
              <a:t>New plants or techniques to try</a:t>
            </a:r>
            <a:endParaRPr dirty="0"/>
          </a:p>
          <a:p>
            <a:pPr>
              <a:lnSpc>
                <a:spcPct val="100000"/>
              </a:lnSpc>
              <a:buFont typeface="Arial" panose="020B0604020202020204" pitchFamily="34" charset="0"/>
              <a:buChar char="•"/>
            </a:pPr>
            <a:r>
              <a:rPr lang="en" dirty="0"/>
              <a:t>Start gardening if you haven’t tried it!</a:t>
            </a:r>
            <a:endParaRPr dirty="0"/>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626</Words>
  <Application>Microsoft Office PowerPoint</Application>
  <PresentationFormat>와이드스크린</PresentationFormat>
  <Paragraphs>33</Paragraphs>
  <Slides>7</Slides>
  <Notes>7</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7</vt:i4>
      </vt:variant>
    </vt:vector>
  </HeadingPairs>
  <TitlesOfParts>
    <vt:vector size="11" baseType="lpstr">
      <vt:lpstr>Aptos</vt:lpstr>
      <vt:lpstr>Aptos Display</vt:lpstr>
      <vt:lpstr>Arial</vt:lpstr>
      <vt:lpstr>Office 테마</vt:lpstr>
      <vt:lpstr>My Hobby Gardening: Cultivating Nature at Home</vt:lpstr>
      <vt:lpstr>How I Got Started</vt:lpstr>
      <vt:lpstr>What I Grow</vt:lpstr>
      <vt:lpstr>Benefits of Gardening  </vt:lpstr>
      <vt:lpstr>Challenges and How I Overcame Them</vt:lpstr>
      <vt:lpstr>My Favorite Gardening Moments Over Time</vt:lpstr>
      <vt:lpstr>Looking Ahead: My Gardening Goals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Geonsun Lee</dc:creator>
  <cp:lastModifiedBy>Geonsun Lee</cp:lastModifiedBy>
  <cp:revision>10</cp:revision>
  <dcterms:created xsi:type="dcterms:W3CDTF">2024-08-14T02:07:58Z</dcterms:created>
  <dcterms:modified xsi:type="dcterms:W3CDTF">2024-08-14T18:37:41Z</dcterms:modified>
</cp:coreProperties>
</file>